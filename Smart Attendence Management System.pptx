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7" r:id="rId11"/>
    <p:sldId id="265" r:id="rId12"/>
  </p:sldIdLst>
  <p:sldSz cx="18288000" cy="10287000"/>
  <p:notesSz cx="6858000" cy="9144000"/>
  <p:embeddedFontLst>
    <p:embeddedFont>
      <p:font typeface="Amiko" panose="020B0604020202020204" charset="0"/>
      <p:regular r:id="rId14"/>
    </p:embeddedFont>
    <p:embeddedFont>
      <p:font typeface="Calibri (MS)" panose="020B0604020202020204" charset="0"/>
      <p:regular r:id="rId15"/>
    </p:embeddedFont>
    <p:embeddedFont>
      <p:font typeface="Nunito Sans Bold" panose="020B0604020202020204" charset="0"/>
      <p:regular r:id="rId16"/>
    </p:embeddedFont>
    <p:embeddedFont>
      <p:font typeface="TT Rounds Condensed" panose="020B0604020202020204" charset="0"/>
      <p:regular r:id="rId17"/>
    </p:embeddedFont>
    <p:embeddedFont>
      <p:font typeface="TT Rounds Condensed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7216DE-459E-4AB3-8529-719C7CD7F275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361A5-804B-4DCB-BE0C-A68CB6419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948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361A5-804B-4DCB-BE0C-A68CB64193F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388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2168" y="280221"/>
            <a:ext cx="16931146" cy="5380056"/>
            <a:chOff x="0" y="0"/>
            <a:chExt cx="22574862" cy="71734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574862" cy="7173408"/>
            </a:xfrm>
            <a:custGeom>
              <a:avLst/>
              <a:gdLst/>
              <a:ahLst/>
              <a:cxnLst/>
              <a:rect l="l" t="t" r="r" b="b"/>
              <a:pathLst>
                <a:path w="22574862" h="7173408">
                  <a:moveTo>
                    <a:pt x="0" y="0"/>
                  </a:moveTo>
                  <a:lnTo>
                    <a:pt x="22574862" y="0"/>
                  </a:lnTo>
                  <a:lnTo>
                    <a:pt x="22574862" y="7173408"/>
                  </a:lnTo>
                  <a:lnTo>
                    <a:pt x="0" y="71734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85725"/>
              <a:ext cx="22574862" cy="708768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8748"/>
                </a:lnSpc>
              </a:pPr>
              <a:endParaRPr dirty="0"/>
            </a:p>
            <a:p>
              <a:pPr algn="ctr">
                <a:lnSpc>
                  <a:spcPts val="8748"/>
                </a:lnSpc>
              </a:pPr>
              <a:endParaRPr dirty="0"/>
            </a:p>
            <a:p>
              <a:pPr algn="ctr">
                <a:lnSpc>
                  <a:spcPts val="8748"/>
                </a:lnSpc>
              </a:pPr>
              <a:r>
                <a:rPr lang="en-US" sz="8100" spc="-49" dirty="0">
                  <a:solidFill>
                    <a:srgbClr val="764B36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COURSE PROJECT PHASE -1</a:t>
              </a:r>
            </a:p>
            <a:p>
              <a:pPr algn="ctr">
                <a:lnSpc>
                  <a:spcPts val="8748"/>
                </a:lnSpc>
              </a:pPr>
              <a:endParaRPr lang="en-US" sz="8100" spc="-49" dirty="0">
                <a:solidFill>
                  <a:srgbClr val="764B36"/>
                </a:solidFill>
                <a:latin typeface="TT Rounds Condensed"/>
                <a:ea typeface="TT Rounds Condensed"/>
                <a:cs typeface="TT Rounds Condensed"/>
                <a:sym typeface="TT Rounds Condensed"/>
              </a:endParaRPr>
            </a:p>
            <a:p>
              <a:pPr algn="ctr">
                <a:lnSpc>
                  <a:spcPts val="8748"/>
                </a:lnSpc>
              </a:pPr>
              <a:r>
                <a:rPr lang="en-US" sz="8100" b="1" spc="-49" dirty="0">
                  <a:solidFill>
                    <a:srgbClr val="764B36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SMART ATTENDENCE MANAGEMENT SYSTEM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78029" y="4435239"/>
            <a:ext cx="16513845" cy="5326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6"/>
              </a:lnSpc>
            </a:pPr>
            <a:endParaRPr dirty="0"/>
          </a:p>
          <a:p>
            <a:pPr algn="ctr">
              <a:lnSpc>
                <a:spcPts val="4536"/>
              </a:lnSpc>
            </a:pPr>
            <a:endParaRPr dirty="0"/>
          </a:p>
          <a:p>
            <a:pPr algn="ctr">
              <a:lnSpc>
                <a:spcPts val="4536"/>
              </a:lnSpc>
            </a:pPr>
            <a:endParaRPr dirty="0"/>
          </a:p>
          <a:p>
            <a:pPr algn="ctr">
              <a:lnSpc>
                <a:spcPts val="4536"/>
              </a:lnSpc>
            </a:pPr>
            <a:endParaRPr dirty="0"/>
          </a:p>
          <a:p>
            <a:pPr algn="ctr">
              <a:lnSpc>
                <a:spcPts val="4536"/>
              </a:lnSpc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                    TEAM MEMBERS,</a:t>
            </a:r>
          </a:p>
          <a:p>
            <a:pPr algn="ctr">
              <a:lnSpc>
                <a:spcPts val="4536"/>
              </a:lnSpc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                    SHRUTHANA - AF04975991</a:t>
            </a:r>
          </a:p>
          <a:p>
            <a:pPr algn="ctr">
              <a:lnSpc>
                <a:spcPts val="4536"/>
              </a:lnSpc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                 PALLAVI M - AF04975951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spc="-40">
                  <a:solidFill>
                    <a:srgbClr val="764B36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CONTENTS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746058"/>
            <a:ext cx="15590520" cy="6473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INTRODUCTION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OBJECTIVES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SYSTEM ARCHITECTURE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TECHNOLOGIES USED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IMPLEMENTATION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RESULT &amp; OUTPUT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CONCLUSION &amp; FUTURE SCOPE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spc="-40">
                  <a:solidFill>
                    <a:srgbClr val="764B36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INTRODUCTION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746058"/>
            <a:ext cx="15590520" cy="6473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Statement:</a:t>
            </a:r>
          </a:p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Managing attendance manually is time-consuming and prone to errors. The need for a digital, automated system to manage and update student attendance efficiently.</a:t>
            </a:r>
          </a:p>
          <a:p>
            <a:pPr algn="l">
              <a:lnSpc>
                <a:spcPts val="4536"/>
              </a:lnSpc>
            </a:pPr>
            <a:endParaRPr lang="en-US" sz="4200">
              <a:solidFill>
                <a:srgbClr val="764B36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Aim: </a:t>
            </a:r>
          </a:p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To create a simple and reliable application to handle attendance digitally using Java and MySQL.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spc="-40">
                  <a:solidFill>
                    <a:srgbClr val="764B36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OBJECTIVES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746058"/>
            <a:ext cx="15590520" cy="346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To automate attendance tracking of students.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To store, update, and retrieve attendance records securely.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To calculate attendance percentage automatically.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To provide features like adding, editing, deleting, and marking attendance.</a:t>
            </a:r>
          </a:p>
          <a:p>
            <a:pPr marL="760095" lvl="1" indent="-380048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Students can view their attendance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spc="-40">
                  <a:solidFill>
                    <a:srgbClr val="764B36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SYSTEM ARCHITECTURE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746058"/>
            <a:ext cx="15590520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HTML,CSS,JS→ Frontend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JDBC → Middleware for Database Connectivity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MySQL → Backend Database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Flow: User Input → Database Operation → Display Result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spc="-40">
                  <a:solidFill>
                    <a:srgbClr val="764B36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TECHNOLOGIES USED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746058"/>
            <a:ext cx="15590520" cy="2885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Frontend: HTML,CSS,JAVASCRIPT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Backend: MySQL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Connector: JDBC 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Driver IDE: Visual Studio Code 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Programming Language: Java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spc="-40">
                  <a:solidFill>
                    <a:srgbClr val="764B36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IMPLEMENTATION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746058"/>
            <a:ext cx="15590520" cy="346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Description of major modules: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Add Student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View Students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Mark Attendance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Delete Student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 Viewing their attendance 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582408"/>
            <a:chOff x="0" y="0"/>
            <a:chExt cx="21031200" cy="2109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109878"/>
            </a:xfrm>
            <a:custGeom>
              <a:avLst/>
              <a:gdLst/>
              <a:ahLst/>
              <a:cxnLst/>
              <a:rect l="l" t="t" r="r" b="b"/>
              <a:pathLst>
                <a:path w="21031200" h="2109878">
                  <a:moveTo>
                    <a:pt x="0" y="0"/>
                  </a:moveTo>
                  <a:lnTo>
                    <a:pt x="21031200" y="0"/>
                  </a:lnTo>
                  <a:lnTo>
                    <a:pt x="21031200" y="2109878"/>
                  </a:lnTo>
                  <a:lnTo>
                    <a:pt x="0" y="21098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0432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spc="-40">
                  <a:solidFill>
                    <a:srgbClr val="764B36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RESULTS AND OUTPUT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11689DD7-859C-A2AC-20E1-FE2F781A1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66900"/>
            <a:ext cx="16217565" cy="73731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953025-C267-CF76-BD04-C1D1F025A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4900"/>
            <a:ext cx="18255934" cy="849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06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4D2070-D2A4-51CD-CC4B-381620CBB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942653"/>
            <a:ext cx="11049000" cy="716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601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76200"/>
              <a:ext cx="21031200" cy="25749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764B36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CONCLUSION AND FUTURE SCOPE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831783"/>
            <a:ext cx="15590520" cy="458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dirty="0">
                <a:solidFill>
                  <a:srgbClr val="764B36"/>
                </a:solidFill>
                <a:latin typeface="Amiko"/>
                <a:ea typeface="Amiko"/>
                <a:cs typeface="Amiko"/>
                <a:sym typeface="Amiko"/>
              </a:rPr>
              <a:t>Conclusion:</a:t>
            </a:r>
          </a:p>
          <a:p>
            <a:pPr algn="l">
              <a:lnSpc>
                <a:spcPts val="4536"/>
              </a:lnSpc>
            </a:pPr>
            <a:r>
              <a:rPr lang="en-US" sz="4200" dirty="0">
                <a:solidFill>
                  <a:srgbClr val="764B36"/>
                </a:solidFill>
                <a:latin typeface="Amiko"/>
                <a:ea typeface="Amiko"/>
                <a:cs typeface="Amiko"/>
                <a:sym typeface="Amiko"/>
              </a:rPr>
              <a:t>The system successfully automates attendance management using Java and MySQL.</a:t>
            </a:r>
          </a:p>
          <a:p>
            <a:pPr algn="l">
              <a:lnSpc>
                <a:spcPts val="4536"/>
              </a:lnSpc>
            </a:pPr>
            <a:endParaRPr lang="en-US" sz="4200" dirty="0">
              <a:solidFill>
                <a:srgbClr val="764B36"/>
              </a:solidFill>
              <a:latin typeface="Amiko"/>
              <a:ea typeface="Amiko"/>
              <a:cs typeface="Amiko"/>
              <a:sym typeface="Amiko"/>
            </a:endParaRPr>
          </a:p>
          <a:p>
            <a:pPr algn="l">
              <a:lnSpc>
                <a:spcPts val="4536"/>
              </a:lnSpc>
            </a:pPr>
            <a:r>
              <a:rPr lang="en-US" sz="4200" dirty="0">
                <a:solidFill>
                  <a:srgbClr val="764B36"/>
                </a:solidFill>
                <a:latin typeface="Amiko"/>
                <a:ea typeface="Amiko"/>
                <a:cs typeface="Amiko"/>
                <a:sym typeface="Amiko"/>
              </a:rPr>
              <a:t>Future Scope: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Amiko"/>
                <a:ea typeface="Amiko"/>
                <a:cs typeface="Amiko"/>
                <a:sym typeface="Amiko"/>
              </a:rPr>
              <a:t>Integrate face recognition for automatic attendance.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Amiko"/>
                <a:ea typeface="Amiko"/>
                <a:cs typeface="Amiko"/>
                <a:sym typeface="Amiko"/>
              </a:rPr>
              <a:t>Enable cloud database for multi-device access.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dirty="0">
                <a:solidFill>
                  <a:srgbClr val="764B36"/>
                </a:solidFill>
                <a:latin typeface="Amiko"/>
                <a:ea typeface="Amiko"/>
                <a:cs typeface="Amiko"/>
                <a:sym typeface="Amiko"/>
              </a:rPr>
              <a:t>Add teacher login and reporting modules.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58</TotalTime>
  <Words>246</Words>
  <Application>Microsoft Office PowerPoint</Application>
  <PresentationFormat>Custom</PresentationFormat>
  <Paragraphs>60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Calibri (MS)</vt:lpstr>
      <vt:lpstr>Calibri</vt:lpstr>
      <vt:lpstr>Arial</vt:lpstr>
      <vt:lpstr>Nunito Sans Bold</vt:lpstr>
      <vt:lpstr>TT Rounds Condensed</vt:lpstr>
      <vt:lpstr>Amiko</vt:lpstr>
      <vt:lpstr>TT Rounds Condensed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Presentation1.pptx</dc:title>
  <cp:lastModifiedBy>Pallavi M</cp:lastModifiedBy>
  <cp:revision>7</cp:revision>
  <dcterms:created xsi:type="dcterms:W3CDTF">2006-08-16T00:00:00Z</dcterms:created>
  <dcterms:modified xsi:type="dcterms:W3CDTF">2025-11-25T14:54:09Z</dcterms:modified>
  <dc:identifier>DAG4YiBZ840</dc:identifier>
</cp:coreProperties>
</file>